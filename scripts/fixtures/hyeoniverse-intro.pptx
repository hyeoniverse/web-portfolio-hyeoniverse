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지금 보시는 프로젝트는 제가 기획부터 디자인, 개발, 운영까지 혼자 맡고 있는 포트폴리오 사이트 하이오니버스입니다. 단순히 작업물을 나열하는 페이지가 아니라, 글과 작업물을 직접 쓰고 고치는 관리자 화면까지 한 저장소에 담았습니다.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 화면입니다. 처음 들어오면 로고 인트로가 걷히고, 아래로 내리면 작업물과 글이 차례로 이어집니다. 스크롤은 Lenis 로 부드럽게 다듬었고, 3D 오브젝트는 Three.js 와 React Three Fiber 로 그렸습니다.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작업물 목록은 레이아웃이 여섯 가지입니다. 같은 데이터를 두고 보여 주는 방식만 바꾸는 구조여서, 관리자 설정에서 고르면 공개 화면이 바로 따라옵니다. 지금 보시는 것은 벤토 그리드 레이아웃입니다.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글 영역입니다. 목록도 여섯 가지 레이아웃 중에 고를 수 있고, 시리즈로 묶어 순서대로 읽게 할 수 있습니다. 댓글은 자체 구현과 giscus 중에 관리자에서 전환합니다.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편집기는 Plate.js 위에 올렸습니다. 툴바는 작용 범위별로 묶었고, 글을 선택하면 떠오르는 바에서 색을 바로 입힙니다. 다이어그램과 코드 실행 블록, 수식 블록도 본문 안에 바로 넣습니다.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디자인 시스템입니다. 색과 간격은 세 층의 토큰으로 관리하고, 컴포넌트는 역할 색만 씁니다. 규칙은 문서가 아니라 stylelint 가 지키게 해 두어서, 하드코딩이 들어오면 커밋 단계에서 막힙니다. 들어 주셔서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HYEONIVERSE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54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디자인 시스템부터 관리자 CMS 까지 혼자 설계하고 운영하는 포트폴리오 사이트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A7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Next.js 16 · React 19 · TypeScript · Supabase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A7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 — 첫인상은 움직임으로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무한 스크롤 루프, 마우스 패럴랙스, Three.js 3D 오브젝트가 한 화면에 겹칩니다.</a:t>
            </a:r>
            <a:endParaRPr lang="en-US" sz="1500" dirty="0"/>
          </a:p>
        </p:txBody>
      </p:sp>
      <p:pic>
        <p:nvPicPr>
          <p:cNvPr id="5" name="Image 0" descr="/private/tmp/claude-501/-Users-gimjeonghyeon-Documents-GitHub-web-portfolio-hyeoniverse/232387a6-78a0-4907-bb0b-36668098b151/scratchpad/small/home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11091672" cy="69322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A7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작업물 — 여섯 가지 레이아웃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Flow · Grid · Cylinder · Fullscreen · Cinematic · Split 을 관리자 설정 한 줄로 바꿔 끼웁니다.</a:t>
            </a:r>
            <a:endParaRPr lang="en-US" sz="1500" dirty="0"/>
          </a:p>
        </p:txBody>
      </p:sp>
      <p:pic>
        <p:nvPicPr>
          <p:cNvPr id="5" name="Image 0" descr="/private/tmp/claude-501/-Users-gimjeonghyeon-Documents-GitHub-web-portfolio-hyeoniverse/232387a6-78a0-4907-bb0b-36668098b151/scratchpad/small/works-grid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11091672" cy="6932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A7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 — 시리즈와 댓글까지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SSR + ISR 로 내려오고, 시리즈 묶음과 게스트 댓글, 이모지 반응을 지원합니다.</a:t>
            </a:r>
            <a:endParaRPr lang="en-US" sz="1500" dirty="0"/>
          </a:p>
        </p:txBody>
      </p:sp>
      <p:pic>
        <p:nvPicPr>
          <p:cNvPr id="5" name="Image 0" descr="/private/tmp/claude-501/-Users-gimjeonghyeon-Documents-GitHub-web-portfolio-hyeoniverse/232387a6-78a0-4907-bb0b-36668098b151/scratchpad/small/posts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11091672" cy="69322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A7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 — Plate.js 편집기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다이어그램 · 코드 플레이그라운드 · 수식 블록, 색 도구, 발행 상태 전환을 한 화면에서.</a:t>
            </a:r>
            <a:endParaRPr lang="en-US" sz="1500" dirty="0"/>
          </a:p>
        </p:txBody>
      </p:sp>
      <p:pic>
        <p:nvPicPr>
          <p:cNvPr id="5" name="Image 0" descr="/private/tmp/claude-501/-Users-gimjeonghyeon-Documents-GitHub-web-portfolio-hyeoniverse/232387a6-78a0-4907-bb0b-36668098b151/scratchpad/small/editor-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11091672" cy="69322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A7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디자인 시스템 — 토큰 3층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Raw → Semantic → Component 토큰, 전체 색 OKLCH. stylelint 가 규칙을 집행합니다.</a:t>
            </a:r>
            <a:endParaRPr lang="en-US" sz="1500" dirty="0"/>
          </a:p>
        </p:txBody>
      </p:sp>
      <p:pic>
        <p:nvPicPr>
          <p:cNvPr id="5" name="Image 0" descr="/private/tmp/claude-501/-Users-gimjeonghyeon-Documents-GitHub-web-portfolio-hyeoniverse/232387a6-78a0-4907-bb0b-36668098b151/scratchpad/small/design-system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11091672" cy="69322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HYEONIVERSE 소개</dc:title>
  <dc:subject>PptxGenJS Presentation</dc:subject>
  <dc:creator>hyeoniverse</dc:creator>
  <cp:lastModifiedBy>hyeoniverse</cp:lastModifiedBy>
  <cp:revision>1</cp:revision>
  <dcterms:created xsi:type="dcterms:W3CDTF">2026-10-04T08:36:52Z</dcterms:created>
  <dcterms:modified xsi:type="dcterms:W3CDTF">2026-10-04T08:36:52Z</dcterms:modified>
</cp:coreProperties>
</file>