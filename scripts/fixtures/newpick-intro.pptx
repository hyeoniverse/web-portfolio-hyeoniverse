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지금 보시는 프로젝트는 프로그래머스 데브코스 최종 프로젝트로 만든 뉴픽입니다. 관심 있는 분야만 고르면 그 분야의 최신 뉴스를 모아 AI 가 요약한 뉴스레터를 보내 주는 서비스로, 5인 팀이 6주 동안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화면입니다. 분야는 IT, 정치, 경제, 사회, 생활, 세계 여섯 가지이고, 관심 분야를 고르면 그 분야의 최신 뉴스를 모아 요약한 뉴스레터를 보여 줍니다. 프론트엔드는 Next.js, 백엔드는 NestJS 와 Prisma 로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카테고리별 뉴스레터 목록과 상세 페이지입니다. 상세에서는 요약의 근거가 된 관련 기사를 링크 미리보기 카드로 함께 보여 주고, 북마크와 조회수, 다크 모드와 모바일 반응형까지 지원합니다.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구독 관리 화면입니다. 관심 분야를 골라 구독하면 마이페이지에서 오늘의 뉴스레터를 보고 구독을 켜고 끌 수 있습니다. 가입하지 않은 방문자도 관심 분야를 골라 AI 요약을 미리 받아 볼 수 있게 체험 기능을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발송 흐름입니다. 서버가 매일 아침 뉴스를 수집해 OpenAI 로 요약하고, 매주 월요일 구독자에게 이메일로 보냅니다. 웹에서는 같은 내용을 카테고리별 뉴스레터로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맡은 일입니다. 프로젝트를 Next.js 로 전환하고 인증 흐름과 API 연동을 맡았으며, 프론트엔드 커밋의 약 75% 를 담당했습니다. 릴리스 PR 을 맡아 3주 동안 21개 버전을 배포했습니다. 들어 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NewPick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관심 분야만 골라 AI 가 요약해 주는 맞춤형 뉴스레터 서비스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프로그래머스 데브코스 최종 프로젝트  ·  2024.12 – 2025.02 (6주)  ·  5인 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15 · React 19 · TypeScript · NestJS · Prisma · MySQL · OpenAI API</a:t>
            </a:r>
            <a:endParaRPr lang="en-US" sz="1300" dirty="0"/>
          </a:p>
        </p:txBody>
      </p:sp>
      <p:pic>
        <p:nvPicPr>
          <p:cNvPr id="6" name="Image 0" descr="/private/tmp/claude-501/-Users-gimjeonghyeon-Documents-GitHub-web-portfolio-hyeoniverse/232387a6-78a0-4907-bb0b-36668098b151/scratchpad/newpick-small/newpick_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03454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 — 뉴스는 많고 읽을 시간은 부족합니다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IT · 정치 · 경제 · 사회 · 생활 · 세계 여섯 분야 가운데 관심 분야를 고르면, 그 분야의 뉴스만 모아 요약해 보여 줍니다.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newpick-small/newpick_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6332" y="2148840"/>
            <a:ext cx="68762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카테고리별 뉴스레터와 상세 기사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카테고리별 목록과 상세 페이지. 상세에서는 관련 기사를 링크 미리보기 카드로 보여 줍니다.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newpick-small/about_categor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4414" y="2103120"/>
            <a:ext cx="4560125" cy="1097280"/>
          </a:xfrm>
          <a:prstGeom prst="rect">
            <a:avLst/>
          </a:prstGeom>
        </p:spPr>
      </p:pic>
      <p:pic>
        <p:nvPicPr>
          <p:cNvPr id="6" name="Image 1" descr="/private/tmp/claude-501/-Users-gimjeonghyeon-Documents-GitHub-web-portfolio-hyeoniverse/232387a6-78a0-4907-bb0b-36668098b151/scratchpad/newpick-small/about_se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275" y="3337560"/>
            <a:ext cx="4274403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관리와 AI 뉴스레터 체험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관심 분야를 골라 구독하고 마이페이지에서 켜고 끕니다. 가입하지 않아도 관심 분야를 골라 AI 요약을 미리 받아 볼 수 있습니다.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newpick-small/about_subscrib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9235"/>
            <a:ext cx="11091672" cy="3665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아침 수집, 매주 월요일 발송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서버가 매일 아침 뉴스를 수집해 OpenAI 로 요약합니다.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매주 월요일 구독자에게 이메일로 발송합니다.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웹에서는 같은 내용을 카테고리별 뉴스레터로 봅니다.</a:t>
            </a:r>
            <a:endParaRPr lang="en-US" sz="17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newpick-small/about_newsletter-m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184" y="1737360"/>
            <a:ext cx="46116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B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맡은 일 — 기획 · 인증 · API 연동 · 릴리스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로 시작한 프로젝트를 Next.js 로 전환하고 레이아웃 · 공통 컴포넌트 뼈대를 만들었습니다.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로그인부터 접근 제한, 리다이렉트 방식 전환까지 인증 흐름을 맡았습니다.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· AI 체험 · 조회수 · 사용자 API 모듈을 만들고 화면을 실제 데이터에 연결했습니다.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릴리스 PR 을 맡아 v1.0.0 부터 v1.3.7 까지 21개 버전을 배포했습니다.</a:t>
            </a:r>
            <a:endParaRPr lang="en-US" sz="16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newpick-small/about_cur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125" y="1645920"/>
            <a:ext cx="3686151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NewPick 소개</dc:title>
  <dc:subject>PptxGenJS Presentation</dc:subject>
  <dc:creator>hyeoniverse</dc:creator>
  <cp:lastModifiedBy>hyeoniverse</cp:lastModifiedBy>
  <cp:revision>1</cp:revision>
  <dcterms:created xsi:type="dcterms:W3CDTF">2026-10-04T09:19:20Z</dcterms:created>
  <dcterms:modified xsi:type="dcterms:W3CDTF">2026-10-04T09:19:20Z</dcterms:modified>
</cp:coreProperties>
</file>